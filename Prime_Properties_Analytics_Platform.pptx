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806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 Properties Analytics Platform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Warehousing &amp; Real-time Visualization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 smtClean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Aliza                                      K24SW032</a:t>
            </a:r>
          </a:p>
          <a:p>
            <a:pPr marL="0" indent="0" algn="ctr">
              <a:buNone/>
            </a:pPr>
            <a:r>
              <a:rPr lang="en-US" sz="1600" i="1" dirty="0" err="1" smtClean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Faiza</a:t>
            </a:r>
            <a:r>
              <a:rPr lang="en-US" sz="1600" i="1" dirty="0" smtClean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K24sw031</a:t>
            </a:r>
          </a:p>
          <a:p>
            <a:pPr marL="0" indent="0" algn="ctr">
              <a:buNone/>
            </a:pPr>
            <a:r>
              <a:rPr lang="en-US" sz="1600" i="1" dirty="0" err="1" smtClean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Humair</a:t>
            </a:r>
            <a:r>
              <a:rPr lang="en-US" sz="1600" i="1" dirty="0" smtClean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Ali                             K24SW033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TextBox 6"/>
          <p:cNvSpPr txBox="1"/>
          <p:nvPr/>
        </p:nvSpPr>
        <p:spPr>
          <a:xfrm>
            <a:off x="1638026" y="4526421"/>
            <a:ext cx="2269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B0F0"/>
                </a:solidFill>
              </a:rPr>
              <a:t>Group Members</a:t>
            </a:r>
            <a:endParaRPr lang="en-US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365760" cy="36576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09728" cy="10972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144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 end-to-end data pipeline designed to consolidate real estate data from multiple cities (Karachi, Lahore, Islamabad)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9728" cy="10972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002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Scope: Data Extraction, Cloud Storage, ETL Processes, and Interactive Dashboarding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9728" cy="10972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860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Modern solution leveraging Snowflake cloud infrastructure with Python-based frontend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365760" cy="36576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Goals &amp; Objectives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09728" cy="10972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144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Eliminate manual reporting by introducing complete automation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9728" cy="10972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002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Track sales performance and agent productivity across different regions in real-time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9728" cy="10972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860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Ensure data integrity, security, and high availability on the cloud infrastructure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365760" cy="36576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43200" cy="4114800"/>
          </a:xfrm>
          <a:prstGeom prst="rect">
            <a:avLst/>
          </a:prstGeom>
          <a:solidFill>
            <a:srgbClr val="1A1F2E"/>
          </a:solidFill>
          <a:ln w="25400">
            <a:solidFill>
              <a:srgbClr val="00A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📁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Silos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information scattered across Excel sheets and manual files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743200" cy="4114800"/>
          </a:xfrm>
          <a:prstGeom prst="rect">
            <a:avLst/>
          </a:prstGeom>
          <a:solidFill>
            <a:srgbClr val="1A1F2E"/>
          </a:solidFill>
          <a:ln w="25400">
            <a:solidFill>
              <a:srgbClr val="00A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56616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Lack of Insights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3774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identifying top-performing agents or profitable property types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2743200" cy="4114800"/>
          </a:xfrm>
          <a:prstGeom prst="rect">
            <a:avLst/>
          </a:prstGeom>
          <a:solidFill>
            <a:srgbClr val="1A1F2E"/>
          </a:solidFill>
          <a:ln w="25400">
            <a:solidFill>
              <a:srgbClr val="00A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280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⚠️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Risks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37744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of data loss due to lack of centralized cloud backups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365760" cy="36576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Snowflake Cloud?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7863840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2344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6002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handles growing data volumes without performance lag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7863840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54480" y="26974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06324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encryption and multi-factor authentication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863840" cy="1188720"/>
          </a:xfrm>
          <a:prstGeom prst="rect">
            <a:avLst/>
          </a:prstGeom>
          <a:solidFill>
            <a:srgbClr val="1A1F2E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54480" y="41605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Cost-Efficiency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54480" y="45262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Pay-only-for-what-you-use model with high-speed SQL processing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365760" cy="36576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Technology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09728" cy="10972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144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Database Engine: Snowflake Cloud Data Warehouse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9728" cy="10972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002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Language: Standard SQL for DDL (Data Definition) and DML (Data Manipulation)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9728" cy="10972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860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Architecture: Multi-cluster shared data architecture with zero-copy cloning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365760" cy="36576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Technology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09728" cy="10972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144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Streamlit: Interactive Web User Interface for real-time analytics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9728" cy="10972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002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Pandas: High-performance data manipulation and cleaning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9728" cy="10972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860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Plotly: Dynamic and interactive analytical charts and visualizations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365760" cy="36576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Architecture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2377440" cy="1371600"/>
          </a:xfrm>
          <a:prstGeom prst="rect">
            <a:avLst/>
          </a:prstGeom>
          <a:solidFill>
            <a:srgbClr val="1A1F2E"/>
          </a:solidFill>
          <a:ln w="2540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6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data (Agents, Properties, Transactions)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3520440" y="1920240"/>
            <a:ext cx="274320" cy="274320"/>
          </a:xfrm>
          <a:prstGeom prst="triangle">
            <a:avLst/>
          </a:prstGeom>
          <a:solidFill>
            <a:srgbClr val="00D9F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1371600"/>
            <a:ext cx="2377440" cy="1371600"/>
          </a:xfrm>
          <a:prstGeom prst="rect">
            <a:avLst/>
          </a:prstGeom>
          <a:solidFill>
            <a:srgbClr val="1A1F2E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19659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into Snowflake "Landing" tables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rot="5400000">
            <a:off x="6263640" y="1920240"/>
            <a:ext cx="274320" cy="274320"/>
          </a:xfrm>
          <a:prstGeom prst="triangle">
            <a:avLst/>
          </a:prstGeom>
          <a:solidFill>
            <a:srgbClr val="00D9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1371600"/>
            <a:ext cx="2377440" cy="1371600"/>
          </a:xfrm>
          <a:prstGeom prst="rect">
            <a:avLst/>
          </a:prstGeom>
          <a:solidFill>
            <a:srgbClr val="1A1F2E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54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19659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analytics on Streamlit Dashboard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seamlessly from raw CSV sources through Snowflake cloud infrastructure into interactive real-time dashboards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365760" cy="36576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Schema Design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 Schema Implementation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1645920"/>
            <a:ext cx="5486400" cy="1097280"/>
          </a:xfrm>
          <a:prstGeom prst="rect">
            <a:avLst/>
          </a:prstGeom>
          <a:solidFill>
            <a:srgbClr val="252C3E"/>
          </a:solidFill>
          <a:ln w="25400">
            <a:solidFill>
              <a:srgbClr val="FFD6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17830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6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FACT_TRANSACTIONS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1031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numerical sales data and metrics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 ID • Amount • Commission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 • Property Details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3657600" cy="1097280"/>
          </a:xfrm>
          <a:prstGeom prst="rect">
            <a:avLst/>
          </a:prstGeom>
          <a:solidFill>
            <a:srgbClr val="1A1F2E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DIM_AGENT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attributes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ID • Name • City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Contact • Department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3200400"/>
            <a:ext cx="3657600" cy="1097280"/>
          </a:xfrm>
          <a:prstGeom prst="rect">
            <a:avLst/>
          </a:prstGeom>
          <a:solidFill>
            <a:srgbClr val="1A1F2E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3375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DIM_PROPERTY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6576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attributes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Property ID • Type • Location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Size • Price Range • Status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0" y="2743200"/>
            <a:ext cx="0" cy="45720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2743200"/>
            <a:ext cx="0" cy="45720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7548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fact table connected to dimension tables for efficient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365760" cy="36576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ETL &amp; Data Transformation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48640" cy="54864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4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raw data from local storage to the cloud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4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371600" y="260604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880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SQL to handle null values, format dates, and calculate commissions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solidFill>
            <a:srgbClr val="FFD60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4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371600" y="406908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3434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processed data into final analytics-ready tables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365760" cy="36576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Performance Indicators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743200" cy="4114800"/>
          </a:xfrm>
          <a:prstGeom prst="rect">
            <a:avLst/>
          </a:prstGeom>
          <a:solidFill>
            <a:srgbClr val="1A1F2E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💰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Revenue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earnings across all regions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097280"/>
            <a:ext cx="2743200" cy="4114800"/>
          </a:xfrm>
          <a:prstGeom prst="rect">
            <a:avLst/>
          </a:prstGeom>
          <a:solidFill>
            <a:srgbClr val="1A1F2E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280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6616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 Volume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46888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successful deals closed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2743200" cy="4114800"/>
          </a:xfrm>
          <a:prstGeom prst="rect">
            <a:avLst/>
          </a:prstGeom>
          <a:solidFill>
            <a:srgbClr val="1A1F2E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280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📈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9224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Trends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46888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per property type in specific cities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365760" cy="36576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Analytics - Charts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7863840" cy="1280160"/>
          </a:xfrm>
          <a:prstGeom prst="rect">
            <a:avLst/>
          </a:prstGeom>
          <a:solidFill>
            <a:srgbClr val="1A1F2E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🥧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37360" y="12344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164592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charts: Apartments, Houses, Commercial plots ratio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7863840" cy="1280160"/>
          </a:xfrm>
          <a:prstGeom prst="rect">
            <a:avLst/>
          </a:prstGeom>
          <a:solidFill>
            <a:srgbClr val="1A1F2E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71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737360" y="28803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329184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charts: Revenue Karachi vs Lahore vs Islamabad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89120"/>
            <a:ext cx="7863840" cy="1280160"/>
          </a:xfrm>
          <a:prstGeom prst="rect">
            <a:avLst/>
          </a:prstGeom>
          <a:solidFill>
            <a:srgbClr val="1A1F2E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617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737360" y="45262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493776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sales growth over specific time periods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365760" cy="36576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Performance Analytics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109728" cy="10972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144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Tracking individual agent contributions to total revenue across all cities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09728" cy="10972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6002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Automated commission calculation based on transaction amounts and performance tiers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109728" cy="109728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860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Identification of top-tier agents for performance-based incentives and recognition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365760" cy="36576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Demonstration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solidFill>
            <a:srgbClr val="1A1F2E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4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1508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Status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874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fully operational on local development environment connected to Snowflake cloud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solidFill>
            <a:srgbClr val="1A1F2E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611880"/>
            <a:ext cx="457200" cy="457200"/>
          </a:xfrm>
          <a:prstGeom prst="ellipse">
            <a:avLst/>
          </a:prstGeom>
          <a:solidFill>
            <a:srgbClr val="FFD60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584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41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463040" y="3429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7947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navigation with dynamic filtering options and real-time data updates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365760" cy="365760"/>
          </a:xfrm>
          <a:prstGeom prst="ellipse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Scope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solidFill>
            <a:srgbClr val="1A1F2E"/>
          </a:solidFill>
          <a:ln w="2540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344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6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Conclusion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transitioned real estate operations from manual files to a robust, scalable cloud infrastructure with Snowflake and Streamlit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7863840" cy="2286000"/>
          </a:xfrm>
          <a:prstGeom prst="rect">
            <a:avLst/>
          </a:prstGeom>
          <a:solidFill>
            <a:srgbClr val="252C3E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375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Future Scope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7498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Machine Learning for Property Price Prediction models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database coverage to all major cities across Pakistan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predictive analytics for market trends and demand forecasting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597</Words>
  <Application>Microsoft Office PowerPoint</Application>
  <PresentationFormat>On-screen Show (4:3)</PresentationFormat>
  <Paragraphs>128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 TECH</cp:lastModifiedBy>
  <cp:revision>2</cp:revision>
  <dcterms:created xsi:type="dcterms:W3CDTF">2026-04-20T16:04:46Z</dcterms:created>
  <dcterms:modified xsi:type="dcterms:W3CDTF">2026-04-22T13:48:18Z</dcterms:modified>
</cp:coreProperties>
</file>